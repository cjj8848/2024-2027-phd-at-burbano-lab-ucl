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E091-C5DE-6B84-8FC9-8C8EA5CED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521FF-217F-BDBB-AAC4-16DFD38F9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6A03B-8C17-A737-44D4-FDD9264D7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EBE98-3CB8-72E1-3CC5-78F4E329E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9535F-6532-3106-78F2-406180B7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34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DAE3D-C2F5-A599-2140-30964E73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D07A-27BE-9E33-020D-65652BBD9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BCBFE-6F44-90BF-D302-25E51D492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BE66C-E592-D4B9-9DE3-A6A6DF7FA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97983-3CBB-3C0D-50D3-4AC35E0D5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49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0609E-BF5C-E849-CEE6-6DFEFA817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2680B-3E5D-9B9F-01A5-0318AFD52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97EB3-639A-DCC4-B49B-A7E4D3739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E4508-BD3B-9DC9-05E6-051059BB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FE03E-1414-FDE1-B821-1BBB83CAD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3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7177-A886-0E1D-2889-884F4572F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99D882-EEBD-131A-830F-2A4C0EF77D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32E08-387E-42B8-BB15-452262267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9E4A5-8958-2F89-2764-95C465E9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AC045-3017-45BB-5C21-917A8136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F3119-5D62-8CE5-5893-146F1978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A1B4C-64AE-255D-166A-70F686D6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4ACD69-A7CB-EC8C-1965-3690161E8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BD11CD-8FC9-8DD3-A66D-559D9C928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4084F-E29E-2602-90E7-A1A82E0CF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5D467B-D8DC-8326-A162-744DB97D5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98C977-C966-DF50-B8DE-6DEAD60C8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18928-3CC4-D10F-FD32-EEA73B56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56E096-786E-AD50-0AB8-DAEBA2C8E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82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887F-9600-D39A-3D81-2FD9B3BD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354819-53AA-F5D3-F8B9-0D96BA598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D23-D4AB-A5DD-155A-203770AD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C5E13-AA5B-621D-1D68-3A35B67C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75159F-322D-8709-88B0-22B9D351A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DE638-83C8-1356-16CF-95BBF2E2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837AE-53A0-C548-C72C-7E53ED509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07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A663-5144-DB05-F030-6353C5440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5202E-09D7-2785-63DC-FCA5812FF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69960C-3142-3C43-7C3F-6147DE642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8F0F3E-9B19-769E-DA5A-3E771E128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58CA8-1099-82AE-4ECB-92F6AC8C6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96F311-6EBA-7D9E-24F6-52867038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115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E2A1-880D-5CE7-53FC-3544434E2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2F2D1C-12CE-0BE4-91CC-2C3EC7546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93834-9738-037F-572B-4C257736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7DF27-D9CA-880D-3C6A-5C611C702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1C662-4ED3-5EAF-7171-3FBD939F3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B73EC5-EC5E-C76F-043C-754EAEB72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08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378C5-B547-5D15-60A2-487DB0917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155D7-0147-04B4-A6C1-0B48CB324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A27B4-CB91-A823-FF9D-670E724D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09E47-CE70-F665-3A1C-D291C5E4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CC9E-F5DD-879F-04C0-B7191AB2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8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19EFBB-1E6C-8817-4640-1B40EDCC2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2681F-25FC-8817-0D66-55FD19515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F9AD4-74AB-7740-9FE4-27DCD9C0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5AE2E-427D-2DE6-F6F8-A043CD6C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4B4CE-5B9A-881A-4276-6E9EBA8C9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70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441B7-9B00-5C3D-960A-9B3830EE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367BE-5E6C-E32D-21A9-E62414C2B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AF531F-C397-E546-D1BE-F71A66106E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1B52E6-73D1-F943-8728-23B1ED5D11EC}" type="datetimeFigureOut">
              <a:rPr lang="en-US" smtClean="0"/>
              <a:t>11/16/24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0D7E0-6A45-57B9-D9FA-5964AE28A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A7DEF-2E7E-50B7-D476-3A4AD2588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8BB2B-A33A-E44A-8756-375BC98D5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2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7A667BE-807D-CF32-CC79-5E4A7F1E9B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2593"/>
          <a:stretch/>
        </p:blipFill>
        <p:spPr>
          <a:xfrm>
            <a:off x="-97823" y="0"/>
            <a:ext cx="59055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7DEE2C-1BBD-1E72-F7C2-9B1A665B52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540" t="1387" r="7758"/>
          <a:stretch/>
        </p:blipFill>
        <p:spPr>
          <a:xfrm>
            <a:off x="5630563" y="0"/>
            <a:ext cx="2440459" cy="7030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196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88CBDD-8381-E0CF-BB55-94BC40DE5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6362"/>
          <a:stretch/>
        </p:blipFill>
        <p:spPr>
          <a:xfrm>
            <a:off x="704334" y="0"/>
            <a:ext cx="5647039" cy="675178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26ADD6-E0A8-6E39-5D55-8266F7EE06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540" t="944" r="7758"/>
          <a:stretch/>
        </p:blipFill>
        <p:spPr>
          <a:xfrm>
            <a:off x="6248401" y="-15446"/>
            <a:ext cx="2154194" cy="688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13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Cui, Jiajun</dc:creator>
  <cp:lastModifiedBy>Cui, Jiajun</cp:lastModifiedBy>
  <cp:revision>2</cp:revision>
  <dcterms:created xsi:type="dcterms:W3CDTF">2024-11-16T19:50:30Z</dcterms:created>
  <dcterms:modified xsi:type="dcterms:W3CDTF">2024-11-17T15:33:39Z</dcterms:modified>
</cp:coreProperties>
</file>