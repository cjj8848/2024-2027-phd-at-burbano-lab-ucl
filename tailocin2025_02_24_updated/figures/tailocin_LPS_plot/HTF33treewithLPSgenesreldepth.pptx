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E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719"/>
  </p:normalViewPr>
  <p:slideViewPr>
    <p:cSldViewPr snapToGrid="0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E6C04-30BF-8DCD-DB29-C93E1CD4A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CEA61-17EF-2851-2278-808EF78EA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9F8B-B0E6-1578-A38D-BD7E69231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B6BC4-81B4-B89D-BA57-46C2C380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ABF95-A8A1-3F7A-52AC-88E83CFF5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34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78329-797A-0BA9-3BED-FED8459D4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491E5-2E1B-E808-C872-8090000A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6CFF6-774E-0933-F264-E6431DF2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74D59-D0EB-E85B-BEF3-114B5527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EAAB8-3A37-F474-BF7A-C51B4BCE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76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FD92-C5AF-2985-079D-FE8F2618B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260B6-5998-4AC8-74B0-32AB553F2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ABDD-37AE-444D-8698-0F001B5B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0BA6-027C-7346-6602-9C83F69A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5F491-631F-70DA-FFE1-EB78C971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35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2EB8-7301-E189-A917-7A090387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C61E-C359-437C-A16A-D598E995E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58F4F-DD10-3D88-E15F-AC6C41530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F222F-0FA1-2025-0FA0-7E9A44CB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4581C-EDC7-6617-ED30-0442720F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7E65D-085F-E338-3114-3DB2BB553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1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31F12-A55F-F16E-7665-B1E140700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33A28-12CF-3255-93B4-08E4F4A4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14AD7-F21C-1892-FDCD-C288AED67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89FEB-04D7-051D-EB36-1A23D92BD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6D715-5E29-0F90-4598-66B79142A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2AA5A-3B54-3944-B5A3-E2D3952B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9D27E-A28B-2541-E28C-66A37EB4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8D68A-001B-CFD5-E819-8DB809C1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9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3E12-C3A3-2C75-6D06-16FDA1C9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B8B59B-DFAB-A834-14E8-72959572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22EF6-FF9B-2746-5BDE-2767CFDC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99553-083D-E9B2-2D0B-91B02AE6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4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C5F61-D082-C6E1-DA21-6B8E5EDE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8F5AB-BD16-1CB1-B372-3DE13906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39D4D-A6A5-EAF4-F7A4-49847D9A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754E-32FC-DD25-B2FF-17925266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83FA4-10AA-D42E-0A2E-16A2008B7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545C6-5F84-4D88-688A-CCC11D523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677BE-B0B2-6D6B-92FA-51C18AC1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ED724-E5D1-2DF6-CE1E-83A8CD3E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181EF-C1F2-CD6B-A08C-A9AF4EAA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4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039F-A8F8-C8ED-577E-B790E753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65337-F71A-7533-4A0F-BAB1A8CEF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40A3F-841C-5134-E42D-04395B85D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12C3C-EFCF-3C1B-9520-3F4B2307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668D5-0921-FA2B-7334-16185097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E32F5-AE24-E1D6-9BFA-EF51652F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3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93E00-C912-0F3C-CF64-9ECD2BA1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656E8-854F-8A1B-6416-5E832C5FA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26AA1-7510-6ECB-C9CB-885849A47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30F21-68BB-EE48-0BAE-424FC79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4E3E-C2B7-63EA-55CD-99AE19A8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8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F82659-C837-7AD7-C136-8F0CE9A61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A31394-63D3-D7A2-DBA0-3229C2A15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591D4-0B5E-4407-DAA2-A8E550E4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D073C-70AB-86D7-C0B7-706E4C8B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8192-E2A1-3218-8B3E-C1EF1219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29F75-2387-B2D7-B622-59FCF459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DCFDE-B064-3105-477D-F109B9841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C6C50-D04B-2C9B-B8D9-C4350522A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9CABB-5AED-C04F-971B-2A9B29670E8D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7D46-ABD4-5089-0C47-3AA70F49A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1E59B-E1D5-C610-B921-FA219284F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0267E-DE5C-3C43-A8B1-785A700F9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0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193C7-2A30-5750-3C11-5BC52371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5143980" y="1834078"/>
            <a:ext cx="4857914" cy="1807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6A7B2-8B8F-D28D-2418-AF3CD062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" y="173038"/>
            <a:ext cx="6819644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8089FF-A421-C70F-DF4C-FF116D6C45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2303" b="66634"/>
          <a:stretch/>
        </p:blipFill>
        <p:spPr>
          <a:xfrm>
            <a:off x="8715633" y="692654"/>
            <a:ext cx="1696533" cy="273634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917EF1-B825-5079-DB00-94634E054757}"/>
              </a:ext>
            </a:extLst>
          </p:cNvPr>
          <p:cNvSpPr/>
          <p:nvPr/>
        </p:nvSpPr>
        <p:spPr>
          <a:xfrm>
            <a:off x="4411362" y="308919"/>
            <a:ext cx="1322173" cy="617838"/>
          </a:xfrm>
          <a:prstGeom prst="rect">
            <a:avLst/>
          </a:prstGeom>
          <a:solidFill>
            <a:srgbClr val="E85EA3">
              <a:alpha val="5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37D70-E634-ACE3-7CF8-6CA61685B920}"/>
              </a:ext>
            </a:extLst>
          </p:cNvPr>
          <p:cNvSpPr/>
          <p:nvPr/>
        </p:nvSpPr>
        <p:spPr>
          <a:xfrm>
            <a:off x="4411362" y="926757"/>
            <a:ext cx="1322173" cy="1124465"/>
          </a:xfrm>
          <a:prstGeom prst="rect">
            <a:avLst/>
          </a:prstGeom>
          <a:solidFill>
            <a:srgbClr val="0070C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3A878-E197-B818-7043-864C510FEEDE}"/>
              </a:ext>
            </a:extLst>
          </p:cNvPr>
          <p:cNvSpPr/>
          <p:nvPr/>
        </p:nvSpPr>
        <p:spPr>
          <a:xfrm>
            <a:off x="4411361" y="2051222"/>
            <a:ext cx="1322173" cy="1377778"/>
          </a:xfrm>
          <a:prstGeom prst="rect">
            <a:avLst/>
          </a:prstGeom>
          <a:solidFill>
            <a:srgbClr val="FF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A9804-8748-A548-862F-8BC67A97F5F1}"/>
              </a:ext>
            </a:extLst>
          </p:cNvPr>
          <p:cNvSpPr/>
          <p:nvPr/>
        </p:nvSpPr>
        <p:spPr>
          <a:xfrm>
            <a:off x="4411361" y="3583458"/>
            <a:ext cx="1322173" cy="1075039"/>
          </a:xfrm>
          <a:prstGeom prst="rect">
            <a:avLst/>
          </a:prstGeom>
          <a:solidFill>
            <a:srgbClr val="FFC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6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193C7-2A30-5750-3C11-5BC52371EA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91"/>
          <a:stretch/>
        </p:blipFill>
        <p:spPr>
          <a:xfrm rot="5400000">
            <a:off x="5325940" y="1652118"/>
            <a:ext cx="4493993" cy="1807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6A7B2-8B8F-D28D-2418-AF3CD062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73" y="173038"/>
            <a:ext cx="6819644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917EF1-B825-5079-DB00-94634E054757}"/>
              </a:ext>
            </a:extLst>
          </p:cNvPr>
          <p:cNvSpPr/>
          <p:nvPr/>
        </p:nvSpPr>
        <p:spPr>
          <a:xfrm>
            <a:off x="4411362" y="308919"/>
            <a:ext cx="1322173" cy="617838"/>
          </a:xfrm>
          <a:prstGeom prst="rect">
            <a:avLst/>
          </a:prstGeom>
          <a:solidFill>
            <a:srgbClr val="E85EA3">
              <a:alpha val="5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237D70-E634-ACE3-7CF8-6CA61685B920}"/>
              </a:ext>
            </a:extLst>
          </p:cNvPr>
          <p:cNvSpPr/>
          <p:nvPr/>
        </p:nvSpPr>
        <p:spPr>
          <a:xfrm>
            <a:off x="4411362" y="926757"/>
            <a:ext cx="1322173" cy="1124465"/>
          </a:xfrm>
          <a:prstGeom prst="rect">
            <a:avLst/>
          </a:prstGeom>
          <a:solidFill>
            <a:srgbClr val="0070C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C3A878-E197-B818-7043-864C510FEEDE}"/>
              </a:ext>
            </a:extLst>
          </p:cNvPr>
          <p:cNvSpPr/>
          <p:nvPr/>
        </p:nvSpPr>
        <p:spPr>
          <a:xfrm>
            <a:off x="4411361" y="2051222"/>
            <a:ext cx="1322173" cy="1377778"/>
          </a:xfrm>
          <a:prstGeom prst="rect">
            <a:avLst/>
          </a:prstGeom>
          <a:solidFill>
            <a:srgbClr val="FF0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1A9804-8748-A548-862F-8BC67A97F5F1}"/>
              </a:ext>
            </a:extLst>
          </p:cNvPr>
          <p:cNvSpPr/>
          <p:nvPr/>
        </p:nvSpPr>
        <p:spPr>
          <a:xfrm>
            <a:off x="4411361" y="3583458"/>
            <a:ext cx="1322173" cy="1075039"/>
          </a:xfrm>
          <a:prstGeom prst="rect">
            <a:avLst/>
          </a:prstGeom>
          <a:solidFill>
            <a:srgbClr val="FFC000">
              <a:alpha val="6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90F7AE3F-B24D-62E1-8C9D-3FA6F78F78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756" b="24673"/>
          <a:stretch/>
        </p:blipFill>
        <p:spPr>
          <a:xfrm rot="5400000">
            <a:off x="7445756" y="1873161"/>
            <a:ext cx="4493994" cy="1365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8089FF-A421-C70F-DF4C-FF116D6C459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2303" r="5402" b="66634"/>
          <a:stretch/>
        </p:blipFill>
        <p:spPr>
          <a:xfrm>
            <a:off x="8454245" y="173038"/>
            <a:ext cx="266479" cy="1441566"/>
          </a:xfrm>
          <a:prstGeom prst="rect">
            <a:avLst/>
          </a:prstGeo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93EEFBC0-14FC-1278-2D43-D83A5C235E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1935" r="730" b="64833"/>
          <a:stretch/>
        </p:blipFill>
        <p:spPr>
          <a:xfrm>
            <a:off x="10359200" y="173039"/>
            <a:ext cx="871805" cy="1555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773CA1-1771-F338-4186-87B0E3C13F3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0455" r="53522" b="96856"/>
          <a:stretch/>
        </p:blipFill>
        <p:spPr>
          <a:xfrm>
            <a:off x="6773111" y="4814705"/>
            <a:ext cx="1591627" cy="116203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E422EB6D-679D-F13A-7558-810A443A5EB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3277" r="43952" b="96587"/>
          <a:stretch/>
        </p:blipFill>
        <p:spPr>
          <a:xfrm>
            <a:off x="8509374" y="4822631"/>
            <a:ext cx="2366757" cy="1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1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5</cp:revision>
  <dcterms:created xsi:type="dcterms:W3CDTF">2025-02-20T20:33:40Z</dcterms:created>
  <dcterms:modified xsi:type="dcterms:W3CDTF">2025-02-22T00:44:43Z</dcterms:modified>
</cp:coreProperties>
</file>